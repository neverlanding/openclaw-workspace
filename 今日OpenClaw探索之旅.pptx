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1028700"/>
            <a:ext cx="18288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🚀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05740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 OpenClaw 探索之旅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086100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AI助手功能探索与实践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2026年2月9日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9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148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连接飞书，开启智能助手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543050"/>
            <a:ext cx="73152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成功配置并验证飞书通道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实现飞书DM与AI助手的双向通信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建立稳定的消息收发机制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飞书成为与AI助手交互的主要入口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FA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148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探索技能生态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543050"/>
            <a:ext cx="73152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技能发现：分析Awesome OpenClaw Skills仓库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数据统计：发现2,999个社区构建的技能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分类整理：涵盖31个分类（编程、AI、办公等）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热门技能：cellcog、cursor-agent、kimi-integration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E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148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安装PPT制作技能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543050"/>
            <a:ext cx="73152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安装 pptx-creator：专业PPT生成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安装 gamma：Gamma.app AI演示文稿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安装 prezentit：精美AI幻灯片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现在可以直接通过对话生成专业PPT！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70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1148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今日成果总结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440180"/>
            <a:ext cx="7315200" cy="3343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飞书通道：建立稳定通信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🛠️ 技能扩展：安装3个PPT技能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AI绘图：掌握免费生图方案（Pollinations.ai）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知识积累：了解2999+社区技能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明日可期：继续探索AI助手无限可能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 OpenClaw 探索之旅</dc:title>
  <dc:subject>AI助手功能探索与实践</dc:subject>
  <dc:creator>第六类接触</dc:creator>
  <cp:lastModifiedBy>第六类接触</cp:lastModifiedBy>
  <cp:revision>1</cp:revision>
  <dcterms:created xsi:type="dcterms:W3CDTF">2026-02-09T06:43:35Z</dcterms:created>
  <dcterms:modified xsi:type="dcterms:W3CDTF">2026-02-09T06:43:35Z</dcterms:modified>
</cp:coreProperties>
</file>