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285875"/>
            <a:ext cx="5486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67EEA"/>
                </a:solidFill>
              </a:rPr>
              <a:t>今日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2057400"/>
            <a:ext cx="54864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OpenClaw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828800" y="3086100"/>
            <a:ext cx="5486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67EEA"/>
                </a:solidFill>
              </a:rPr>
              <a:t>探索之旅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4114800"/>
            <a:ext cx="5486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AI助手功能探索与实践 | 2026年2月9日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1525"/>
            <a:ext cx="1371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E0E0"/>
                </a:solidFill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800225"/>
            <a:ext cx="3200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连接飞书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3200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开启智能助手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0" y="1028700"/>
            <a:ext cx="4114800" cy="3086100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285875"/>
            <a:ext cx="3749040" cy="257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成功配置并验证飞书通道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实现飞书DM与AI助手的双向通信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建立稳定的消息收发机制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• 飞书成为与AI助手交互的主要入口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1371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54305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探索技能生态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73152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</a:rPr>
              <a:t>发现 2,999 个社区构建的技能，涵盖 31 个分类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343275"/>
            <a:ext cx="1645920" cy="10287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97580"/>
            <a:ext cx="164592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2,999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011930"/>
            <a:ext cx="16459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社区技能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3343275"/>
            <a:ext cx="1645920" cy="10287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497580"/>
            <a:ext cx="164592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0" y="4011930"/>
            <a:ext cx="164592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技能分类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1371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E0E0"/>
                </a:solidFill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</a:rPr>
              <a:t>安装PPT制作技能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314575"/>
            <a:ext cx="2377440" cy="20574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71750"/>
            <a:ext cx="23774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343275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pptx-creator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54755"/>
            <a:ext cx="237744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</a:rPr>
              <a:t>专业PPT生成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314575"/>
            <a:ext cx="2377440" cy="2057400"/>
          </a:xfrm>
          <a:prstGeom prst="rect">
            <a:avLst/>
          </a:prstGeom>
          <a:solidFill>
            <a:srgbClr val="F093F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571750"/>
            <a:ext cx="23774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3343275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gamma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754755"/>
            <a:ext cx="237744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</a:rPr>
              <a:t>AI演示文稿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314575"/>
            <a:ext cx="2377440" cy="2057400"/>
          </a:xfrm>
          <a:prstGeom prst="rect">
            <a:avLst/>
          </a:prstGeom>
          <a:solidFill>
            <a:srgbClr val="4FACFE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2571750"/>
            <a:ext cx="237744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✨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852160" y="3343275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prezentit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3754755"/>
            <a:ext cx="237744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</a:rPr>
              <a:t>精美AI幻灯片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1371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80000"/>
                  </a:srgbClr>
                </a:solidFill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今日成果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🚀 飞书通道    🛠️ 3个PPT技能    🎨 AI绘图    📚 2999+技能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EEA"/>
                </a:solidFill>
              </a:rPr>
              <a:t>✨ 明日可期：继续探索AI助手无限可能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 OpenClaw 探索之旅 - Gamma版</dc:title>
  <dc:subject>PptxGenJS Presentation</dc:subject>
  <dc:creator>第六类接触</dc:creator>
  <cp:lastModifiedBy>第六类接触</cp:lastModifiedBy>
  <cp:revision>1</cp:revision>
  <dcterms:created xsi:type="dcterms:W3CDTF">2026-02-09T06:48:46Z</dcterms:created>
  <dcterms:modified xsi:type="dcterms:W3CDTF">2026-02-09T06:48:46Z</dcterms:modified>
</cp:coreProperties>
</file>