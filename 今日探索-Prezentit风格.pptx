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欢迎观看今日OpenClaw探索之旅总结。本次演示将介绍我们在AI助手功能探索中取得的主要成果。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飞书通道的成功配置标志着AI助手可以稳定地与用户进行双向通信。这是整个系统的基础架构。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通过对Awesome OpenClaw Skills仓库的分析，我们发现了近3000个社区技能，涵盖编程、AI、办公等31个分类。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我们安装了三个PPT制作技能，分别适用于不同的场景：本地生成、在线AI生成、以及主题化演示。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今天我们在AI助手功能探索方面取得了显著成果。明天将继续探索更多可能性！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028700"/>
            <a:ext cx="73152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今日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71600" y="1645920"/>
            <a:ext cx="7315200" cy="9258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OpenClaw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1371600" y="2674620"/>
            <a:ext cx="73152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94A3B8"/>
                </a:solidFill>
              </a:rPr>
              <a:t>探索之旅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385762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AI助手功能探索与实践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143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目录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587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01 连接飞书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0022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02 探索技能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1457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03 安装技能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2892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04 成果总结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771525"/>
            <a:ext cx="5943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连接飞书，开启智能助手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14401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实现飞书与AI助手的无缝连接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26080" y="2160270"/>
            <a:ext cx="365760" cy="30861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185988"/>
            <a:ext cx="365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74720" y="216027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成功配置并验证飞书通道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926080" y="2777490"/>
            <a:ext cx="365760" cy="30861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2803208"/>
            <a:ext cx="365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74720" y="277749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实现飞书DM与AI助手的双向通信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926080" y="3394710"/>
            <a:ext cx="365760" cy="30861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3420428"/>
            <a:ext cx="365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39471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建立稳定的消息收发机制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26080" y="4011930"/>
            <a:ext cx="365760" cy="30861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2926080" y="4037648"/>
            <a:ext cx="365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401193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飞书成为与AI助手交互的主要入口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143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目录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587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01 连接飞书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0022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02 探索技能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1457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03 安装技能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2892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04 成果总结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771525"/>
            <a:ext cx="5943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探索技能生态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14401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发现丰富的社区构建技能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057400"/>
            <a:ext cx="2560320" cy="2314575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571750"/>
            <a:ext cx="256032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</a:rPr>
              <a:t>2,999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743200" y="3600450"/>
            <a:ext cx="256032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</a:rPr>
              <a:t>社区构建技能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0" y="2057400"/>
            <a:ext cx="2560320" cy="2314575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0" y="2571750"/>
            <a:ext cx="2560320" cy="771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C55E"/>
                </a:solidFill>
              </a:rPr>
              <a:t>31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5669280" y="3600450"/>
            <a:ext cx="256032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</a:rPr>
              <a:t>技能分类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45262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热门技能：cellcog、cursor-agent、kimi-integration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1435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1435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748B"/>
                </a:solidFill>
              </a:rPr>
              <a:t>目录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587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01 连接飞书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0022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02 探索技能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31457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03 安装技能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828925"/>
            <a:ext cx="18288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04 成果总结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0" y="771525"/>
            <a:ext cx="59436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安装PPT制作技能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743200" y="1440180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扩展AI助手的PPT生成能力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0" y="2314575"/>
            <a:ext cx="1737360" cy="2057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0" y="2571750"/>
            <a:ext cx="17373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334327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pptx-creator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0" y="385762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专业PPT生成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2314575"/>
            <a:ext cx="1737360" cy="20574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571750"/>
            <a:ext cx="17373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754880" y="334327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gamma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85762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AI演示文稿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66560" y="2314575"/>
            <a:ext cx="1737360" cy="2057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0" y="2571750"/>
            <a:ext cx="173736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✨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66560" y="334327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prezentit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0" y="385762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</a:rPr>
              <a:t>精美AI幻灯片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771525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成果总结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371600" y="2057400"/>
            <a:ext cx="17373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🚀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82892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飞书通道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334327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建立稳定通信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2057400"/>
            <a:ext cx="17373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🛠️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291840" y="282892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技能扩展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91840" y="334327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安装3个PPT技能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2057400"/>
            <a:ext cx="17373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🎨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5212080" y="282892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AI绘图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12080" y="334327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掌握免费生图方案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132320" y="2057400"/>
            <a:ext cx="173736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7132320" y="282892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知识积累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3343275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了解2999+社区技能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437197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0A5FA"/>
                </a:solidFill>
              </a:rPr>
              <a:t>✨ 明日可期：继续探索AI助手无限可能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今日 OpenClaw 探索之旅 - Prezentit版</dc:title>
  <dc:subject>AI助手功能探索与实践</dc:subject>
  <dc:creator>第六类接触</dc:creator>
  <cp:lastModifiedBy>第六类接触</cp:lastModifiedBy>
  <cp:revision>1</cp:revision>
  <dcterms:created xsi:type="dcterms:W3CDTF">2026-02-09T06:48:46Z</dcterms:created>
  <dcterms:modified xsi:type="dcterms:W3CDTF">2026-02-09T06:48:46Z</dcterms:modified>
</cp:coreProperties>
</file>