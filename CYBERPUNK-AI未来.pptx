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287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430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861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6004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6291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noFill/>
          <a:ln w="25400">
            <a:solidFill>
              <a:srgbClr val="00F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285875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006E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CYBERPUNK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914400" y="1285875"/>
            <a:ext cx="7315200" cy="1028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CYBERPUNK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914400" y="2314575"/>
            <a:ext cx="731520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5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FUTURE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914400" y="2314575"/>
            <a:ext cx="731520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FUTURE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14400" y="360045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2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数字意识觉醒 · 人机融合纪元 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828800" y="4371975"/>
            <a:ext cx="5486400" cy="15431"/>
          </a:xfrm>
          <a:prstGeom prst="rect">
            <a:avLst/>
          </a:prstGeom>
          <a:solidFill>
            <a:srgbClr val="FF006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768096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6291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● ○ 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462915"/>
            <a:ext cx="2743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SYSTEM_MENU.exe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13157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4401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800225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800225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NEURAL_LINK // 神经连接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36601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36601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DATA_STREAM // 数据洪流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931795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2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931795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CYBERWARE // 植入体技术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975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4975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NETRUNNER // 网络行者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063365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4063365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SYNTHETIC_DREAMS // 合成梦境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006E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NEURAL_LINK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NEURAL_LINK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587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神经连接 · 意识上传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54530"/>
            <a:ext cx="3657600" cy="257175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6027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571750"/>
            <a:ext cx="29260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脑机接口直连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983230"/>
            <a:ext cx="29260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思维速度 1000x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394710"/>
            <a:ext cx="29260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记忆云端备份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806190"/>
            <a:ext cx="292608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情感数字化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954530"/>
            <a:ext cx="3657600" cy="2571750"/>
          </a:xfrm>
          <a:prstGeom prst="rect">
            <a:avLst/>
          </a:prstGeom>
          <a:solidFill>
            <a:srgbClr val="0D0D12"/>
          </a:solidFill>
          <a:ln w="12700">
            <a:solidFill>
              <a:srgbClr val="B829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16027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71750"/>
            <a:ext cx="1371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带宽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674620"/>
            <a:ext cx="1828800" cy="20574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571750"/>
            <a:ext cx="1371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188970"/>
            <a:ext cx="1371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延迟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3291840"/>
            <a:ext cx="1828800" cy="20574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188970"/>
            <a:ext cx="1371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806190"/>
            <a:ext cx="1371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稳定性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909060"/>
            <a:ext cx="1828800" cy="20574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806190"/>
            <a:ext cx="1371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99.9%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F5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F5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DATA_STREAM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DATA_STREAM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587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数据洪流 · 信息即力量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680960" cy="2571750"/>
          </a:xfrm>
          <a:prstGeom prst="rect">
            <a:avLst/>
          </a:prstGeom>
          <a:solidFill>
            <a:srgbClr val="050508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14575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01001100 01101111 01100001 01100100 01101001 01101110 01100111...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726055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0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NEURAL_PATTERN_DETECTED // ID: 0x7F3A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3137535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[ENCRYPTED_DATA_STREAM] ████████████████████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3549015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UPLOAD_COMPLETE // 847.2 TB transferred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960495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SYNC_STATUS: ONLINE // Latency: 0.3ms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829D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29DD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CYBERWARE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29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CYBERWARE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587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植入体技术 · 超越人类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54530"/>
            <a:ext cx="768096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FF00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Kiroshi光学眼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0" y="2057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热成像 + 夜视 + AR覆盖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2057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15,000€$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74620"/>
            <a:ext cx="768096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7749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Sandevistan脊柱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77749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时间减速 30% / 5秒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277749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28,000€$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394710"/>
            <a:ext cx="768096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975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Gorilla手臂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34975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力量+200% / 破门专用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34975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35,000€$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768096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B829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21767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2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Monowire武器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421767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单分子线切割系统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0" y="421767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42,000€$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E60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NETRUNNER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NETRUNNER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28587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网络行者 · 数字世界的幽灵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954530"/>
            <a:ext cx="365760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05965"/>
            <a:ext cx="1828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入侵协议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2005965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263140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破解防火墙 / 夺取控制权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74620"/>
            <a:ext cx="365760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26055"/>
            <a:ext cx="1828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快速破解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726055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983230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远程禁用设备 / 传播病毒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94710"/>
            <a:ext cx="365760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46145"/>
            <a:ext cx="1828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战斗黑客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446145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武器故障 / 手雷引爆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114800"/>
            <a:ext cx="3657600" cy="617220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66235"/>
            <a:ext cx="1828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隐身协议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4166235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423410"/>
            <a:ext cx="329184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摄像头关闭 / 追踪清除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1954530"/>
            <a:ext cx="3657600" cy="2571750"/>
          </a:xfrm>
          <a:prstGeom prst="rect">
            <a:avLst/>
          </a:prstGeom>
          <a:solidFill>
            <a:srgbClr val="050508"/>
          </a:solidFill>
          <a:ln w="12700">
            <a:solidFill>
              <a:srgbClr val="B829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160270"/>
            <a:ext cx="329184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828925"/>
            <a:ext cx="274320" cy="257175"/>
          </a:xfrm>
          <a:prstGeom prst="ellipse">
            <a:avLst/>
          </a:prstGeom>
          <a:solidFill>
            <a:srgbClr val="FF006E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3137535"/>
            <a:ext cx="914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ARASAKA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58000" y="2468880"/>
            <a:ext cx="274320" cy="257175"/>
          </a:xfrm>
          <a:prstGeom prst="ellipse">
            <a:avLst/>
          </a:prstGeom>
          <a:solidFill>
            <a:srgbClr val="FF006E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2777490"/>
            <a:ext cx="914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MILITECH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3343275"/>
            <a:ext cx="274320" cy="257175"/>
          </a:xfrm>
          <a:prstGeom prst="ellipse">
            <a:avLst/>
          </a:prstGeom>
          <a:solidFill>
            <a:srgbClr val="FF006E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651885"/>
            <a:ext cx="914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KANG TAO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72400" y="3086100"/>
            <a:ext cx="274320" cy="257175"/>
          </a:xfrm>
          <a:prstGeom prst="ellipse">
            <a:avLst/>
          </a:prstGeom>
          <a:solidFill>
            <a:srgbClr val="FF006E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394710"/>
            <a:ext cx="914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NETWATCH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931795"/>
            <a:ext cx="914400" cy="10287"/>
          </a:xfrm>
          <a:prstGeom prst="rect">
            <a:avLst/>
          </a:prstGeom>
          <a:solidFill>
            <a:srgbClr val="00F5FF">
              <a:alpha val="5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2674620"/>
            <a:ext cx="182880" cy="514350"/>
          </a:xfrm>
          <a:prstGeom prst="rect">
            <a:avLst/>
          </a:prstGeom>
          <a:solidFill>
            <a:srgbClr val="00F5FF">
              <a:alpha val="50000"/>
            </a:srgbClr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F00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006E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SYNTHETIC_DREAMS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772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SYNTHETIC_DREAMS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285875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合成梦境 · 虚拟现实无限可能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377440" cy="2314575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14575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记忆回放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83230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重温任何时刻 / 细节100%还原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857625"/>
            <a:ext cx="2011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1.2M用户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057400"/>
            <a:ext cx="2377440" cy="2314575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314575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幻想构造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983230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创造理想世界 / 物理法则自定义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857625"/>
            <a:ext cx="2011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847TB数据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57400"/>
            <a:ext cx="2377440" cy="2314575"/>
          </a:xfrm>
          <a:prstGeom prst="rect">
            <a:avLst/>
          </a:prstGeom>
          <a:solidFill>
            <a:srgbClr val="0D0D12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314575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共享梦境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983230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多人联机 / 情感同步体验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3857625"/>
            <a:ext cx="2011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24/7在线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43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0287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5430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20574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25717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30861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36004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11480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4629150"/>
            <a:ext cx="9144000" cy="5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7175"/>
            <a:ext cx="8229600" cy="4629150"/>
          </a:xfrm>
          <a:prstGeom prst="rect">
            <a:avLst/>
          </a:prstGeom>
          <a:noFill/>
          <a:ln w="25400">
            <a:solidFill>
              <a:srgbClr val="FF00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102870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006E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UP, SAMURAI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14400" y="1028700"/>
            <a:ext cx="73152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WAKE UP, SAMURAI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14400" y="2057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未来已来 · 只是分布不均 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2828925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6E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2077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1371600" y="2828925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00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2077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371600" y="3703320"/>
            <a:ext cx="2011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赛博纪元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2828925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5FF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3840480" y="2828925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840480" y="3703320"/>
            <a:ext cx="2011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无限可能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828925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E600">
                    <a:alpha val="3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309360" y="2828925"/>
            <a:ext cx="201168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E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309360" y="3703320"/>
            <a:ext cx="201168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人机融合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" y="43719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CYBERPUNK 2077 - AI未来</dc:title>
  <dc:subject>PptxGenJS Presentation</dc:subject>
  <dc:creator>Neon City</dc:creator>
  <cp:lastModifiedBy>Neon City</cp:lastModifiedBy>
  <cp:revision>1</cp:revision>
  <dcterms:created xsi:type="dcterms:W3CDTF">2026-02-09T07:02:04Z</dcterms:created>
  <dcterms:modified xsi:type="dcterms:W3CDTF">2026-02-09T07:02:04Z</dcterms:modified>
</cp:coreProperties>
</file>