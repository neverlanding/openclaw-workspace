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双报告展示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67462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数字员工报告 &amp; AI 芯片行业报告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371975"/>
            <a:ext cx="73152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2 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9F7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05740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98323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数字员工报告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3857625"/>
            <a:ext cx="914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🤖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数字员工概述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 OpenClaw 框架的智能助手系统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支持多模态交互：文本、语音、图像、浏览器控制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集成 Feishu/飞书生态，实现企业级协作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可扩展的技能系统，支持自定义功能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本地化部署，保障数据安全与隐私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成为你的得力助手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核心功能特性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📁 文件管理：读写编辑、目录浏览、批量操作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🌐 网络能力：网页抓取、浏览器自动化、API 调用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💬 消息通知：飞书、Discord、Telegram 等多平台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🎨 多媒体：图片分析、语音合成、PPT 生成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🔧 系统控制：进程管理、命令执行、定时任务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全能型数字员工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Node.js 运行时，轻量高效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模块化设计，插件式扩展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支持子代理（Subagent）并行任务处理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三层记忆系统：热记忆、温记忆、冷记忆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安全沙箱机制，保护系统安全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现代化、可扩展的架构设计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📊 数据分析与报告生成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📧 邮件管理与自动回复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📅 日程安排与会议提醒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🔍 信息检索与知识整理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💻 代码辅助与自动化开发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📱 社交媒体管理与内容发布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工作生活的智能助手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9F7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05740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98323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芯片行业报告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3857625"/>
            <a:ext cx="914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💻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芯片市场概况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2025 年全球 AI 芯片市场规模：约 1500 亿美元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预计 2030 年突破 4000 亿美元，CAGR 约 22%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数据中心 GPU 占据最大市场份额（~60%）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边缘 AI 芯片增长最快，年增速超 35%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中国 AI 芯片市场增速高于全球平均水平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高速增长的金赛道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主要玩家与竞争格局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🥇 NVIDIA：GPU 霸主，市占率超 80%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🥈 AMD：MI 系列加速追赶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🥉 Intel：Gaudi 系列发力数据中心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Google TPU：自用 + 云服务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华为昇腾：国产替代主力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寒武纪、壁仞等：中国初创力量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一超多强，国产崛起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技术发展趋势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🔹 大模型专用芯片：针对 Transformer 优化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🔹 存算一体：突破冯·诺依曼瓶颈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🔹 Chiplet 技术：模块化设计降低成本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🔹 光子计算：下一代颠覆性技术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🔹 量子 AI 芯片：长远布局方向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🔹 低功耗边缘芯片：IoT 设备普及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技术创新驱动产业升级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产业链分析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上游：IP 核（ARM、Imagination）、EDA 工具（Synopsys、Cadence）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中游：芯片设计（NVIDIA、AMD、华为）、制造（TSMC、SMIC）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下游：服务器厂商、云服务商、终端设备商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封装测试：日月光、长电科技、通富微电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材料设备：光刻机、硅片、光刻胶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完整的产业生态系统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投资机会与风险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3657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投资机会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51660"/>
            <a:ext cx="3657600" cy="2314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大模型训练芯片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边缘推理芯片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自动驾驶芯片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国产替代标的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先进封装技术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285875"/>
            <a:ext cx="3657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风险提示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851660"/>
            <a:ext cx="3657600" cy="2314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技术迭代风险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地缘政治风险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行业周期波动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人才竞争加剧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估值过高风险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机遇与挑战并存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2026-2028：大模型芯片持续爆发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2028-2030：边缘 AI 全面普及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2030+：新型计算架构商业化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芯片将成为像 CPU 一样的基础设施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软件生态与硬件同等重要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可持续发展：能效比成为核心指标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11930"/>
            <a:ext cx="7680960" cy="771525"/>
          </a:xfrm>
          <a:prstGeom prst="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14800"/>
            <a:ext cx="731520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芯片，智能时代的引擎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67462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371975"/>
            <a:ext cx="73152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欢迎提问与交流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双报告展示</dc:title>
  <dc:subject>OpenClaw 数字员工报告 &amp; AI 芯片行业报告</dc:subject>
  <dc:creator>OpenClaw</dc:creator>
  <cp:lastModifiedBy>OpenClaw</cp:lastModifiedBy>
  <cp:revision>1</cp:revision>
  <dcterms:created xsi:type="dcterms:W3CDTF">2026-02-27T03:44:05Z</dcterms:created>
  <dcterms:modified xsi:type="dcterms:W3CDTF">2026-02-27T03:44:05Z</dcterms:modified>
</cp:coreProperties>
</file>