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0861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0" y="771525"/>
            <a:ext cx="914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🐾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800225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OpenClaw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49758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60A5FA"/>
                </a:solidFill>
              </a:rPr>
              <a:t>Linux 安装部署指南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421767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从零开始部署你的AI助手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</a:rPr>
              <a:t>📋 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440180"/>
            <a:ext cx="6400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01  环境准备与系统要求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1825943"/>
            <a:ext cx="6400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02  安装 Node.js 运行时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211705"/>
            <a:ext cx="6400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03  安装 OpenClaw 核心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597468"/>
            <a:ext cx="6400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04  配置 Gateway 服务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983230"/>
            <a:ext cx="6400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05  配置通信通道（飞书/微信等）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368993"/>
            <a:ext cx="6400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06  启动与验证服务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754755"/>
            <a:ext cx="6400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07  常用管理命令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4140518"/>
            <a:ext cx="6400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08  故障排查指南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4526280"/>
            <a:ext cx="6400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09  进阶配置选项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314575"/>
            <a:ext cx="5486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51435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</a:rPr>
              <a:t>环境准备与系统要求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1440180"/>
            <a:ext cx="3657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491615"/>
            <a:ext cx="36576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465897"/>
            <a:ext cx="2286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操作系统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1465897"/>
            <a:ext cx="4572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Linux (Ubuntu/Debian/CentOS)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108835"/>
            <a:ext cx="3657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160270"/>
            <a:ext cx="36576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134553"/>
            <a:ext cx="2286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Node.js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134553"/>
            <a:ext cx="4572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v18.0 或更高版本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2777490"/>
            <a:ext cx="3657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828925"/>
            <a:ext cx="36576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2803208"/>
            <a:ext cx="2286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npm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2803208"/>
            <a:ext cx="4572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v8.0 或更高版本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3446145"/>
            <a:ext cx="3657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497580"/>
            <a:ext cx="36576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3471863"/>
            <a:ext cx="2286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3471863"/>
            <a:ext cx="4572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用于克隆仓库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0" y="4114800"/>
            <a:ext cx="3657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166235"/>
            <a:ext cx="36576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140518"/>
            <a:ext cx="2286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网络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0" y="4140518"/>
            <a:ext cx="4572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可访问外网（下载依赖）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314575"/>
            <a:ext cx="5486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51435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</a:rPr>
              <a:t>安装 Node.js 运行时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285875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使用 NodeSource 安装最新版：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800225"/>
            <a:ext cx="6949440" cy="2571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903095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下载并执行 NodeSource 安装脚本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2211705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https://deb.nodesource.com/setup_20.x | sudo -E bash -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520315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828925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安装 Node.js 和 npm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3137535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-y nodejs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446145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3754755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验证安装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4063365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   # v20.x.x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371975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    # 10.x.x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314575"/>
            <a:ext cx="5486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51435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</a:rPr>
              <a:t>安装 OpenClaw 核心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285875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全局安装 OpenClaw CLI：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800225"/>
            <a:ext cx="6949440" cy="23145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903095"/>
            <a:ext cx="65836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全局安装 OpenClaw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2263140"/>
            <a:ext cx="65836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openclaw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623185"/>
            <a:ext cx="65836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983230"/>
            <a:ext cx="65836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或者使用 npx 临时运行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3343275"/>
            <a:ext cx="65836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openclaw@latest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65836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4063365"/>
            <a:ext cx="65836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验证安装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4423410"/>
            <a:ext cx="65836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--version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783455"/>
            <a:ext cx="65836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--help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4371975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82F6"/>
                </a:solidFill>
              </a:rPr>
              <a:t>💡 安装完成后，openclaw 命令即可全局使用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314575"/>
            <a:ext cx="5486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51435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</a:rPr>
              <a:t>配置 Gateway 服务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285875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初始化配置并启动 Gateway：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800225"/>
            <a:ext cx="6949440" cy="2571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903095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初始化配置目录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2185988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~/.openclaw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~/.openclaw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751773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3034665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创建基础配置文件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317558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config init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3600450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3883343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编辑配置文件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166235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 ~/.openclaw/config.yaml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4449128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4732020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启动 Gateway 服务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5014913"/>
            <a:ext cx="6583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gateway start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314575"/>
            <a:ext cx="5486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51435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</a:rPr>
              <a:t>配置通信通道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285875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支持多种通信渠道：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800225"/>
            <a:ext cx="2743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51660"/>
            <a:ext cx="2743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825943"/>
            <a:ext cx="2286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飞书 (Feishu)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825943"/>
            <a:ext cx="4114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企业微信，文档协作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366010"/>
            <a:ext cx="2743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417445"/>
            <a:ext cx="2743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391728"/>
            <a:ext cx="2286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微信 (WeChat)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391728"/>
            <a:ext cx="4114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个人微信，二维码登录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2931795"/>
            <a:ext cx="2743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983230"/>
            <a:ext cx="2743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✈️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957513"/>
            <a:ext cx="2286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Telegram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2957513"/>
            <a:ext cx="4114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Bot API，快速接入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3497580"/>
            <a:ext cx="2743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549015"/>
            <a:ext cx="2743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523298"/>
            <a:ext cx="2286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Discord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3523298"/>
            <a:ext cx="4114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Bot Token，社区互动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97280" y="4063365"/>
            <a:ext cx="2743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114800"/>
            <a:ext cx="2743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089083"/>
            <a:ext cx="22860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Slack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4089083"/>
            <a:ext cx="41148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工作区集成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314575"/>
            <a:ext cx="5486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51435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</a:rPr>
              <a:t>启动与验证服务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1440180"/>
            <a:ext cx="457200" cy="5143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43050"/>
            <a:ext cx="457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1491615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启动 Gateway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440180"/>
            <a:ext cx="3474720" cy="6172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594485"/>
            <a:ext cx="310896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gateway start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314575"/>
            <a:ext cx="457200" cy="5143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417445"/>
            <a:ext cx="457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236601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检查状态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0" y="2314575"/>
            <a:ext cx="3474720" cy="6172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468880"/>
            <a:ext cx="310896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gateway 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3188970"/>
            <a:ext cx="457200" cy="5143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291840"/>
            <a:ext cx="457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3240405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查看日志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3188970"/>
            <a:ext cx="3474720" cy="6172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343275"/>
            <a:ext cx="310896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gateway logs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4063365"/>
            <a:ext cx="457200" cy="5143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166235"/>
            <a:ext cx="457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测试连接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0" y="4063365"/>
            <a:ext cx="3474720" cy="6172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4217670"/>
            <a:ext cx="310896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ping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314575"/>
            <a:ext cx="5486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51435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</a:rPr>
              <a:t>常用管理命令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1440180"/>
            <a:ext cx="6949440" cy="30861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594485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openclaw gateway start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594485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# 启动 Gateway 服务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openclaw gateway stop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# 停止 Gateway 服务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520315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openclaw gateway restart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520315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# 重启 Gateway 服务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98323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openclaw gateway status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98323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# 查看运行状态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3446145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openclaw config 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446145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# 查看当前配置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39090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openclaw config 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9090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# 修改配置项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771525"/>
            <a:ext cx="9144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🎉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54305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部署完成！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</a:rPr>
              <a:t>现在你可以：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2983230"/>
            <a:ext cx="54864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通过飞书/微信与AI助手对话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3394710"/>
            <a:ext cx="54864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安装技能扩展功能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3806190"/>
            <a:ext cx="54864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自定义配置满足个性化需求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7315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📚 文档: https://docs.openclaw.ai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Linux安装部署指南</dc:title>
  <dc:subject>从零开始部署OpenClaw AI助手</dc:subject>
  <dc:creator>AI助手</dc:creator>
  <cp:lastModifiedBy>AI助手</cp:lastModifiedBy>
  <cp:revision>1</cp:revision>
  <dcterms:created xsi:type="dcterms:W3CDTF">2026-02-09T06:55:11Z</dcterms:created>
  <dcterms:modified xsi:type="dcterms:W3CDTF">2026-02-09T06:55:11Z</dcterms:modified>
</cp:coreProperties>
</file>